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21024" y="193739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LiPo Battery</a:t>
            </a:r>
          </a:p>
          <a:p>
            <a:r>
              <a:rPr dirty="0"/>
              <a:t>(3.7V)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2969" y="1247731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Power Regulator</a:t>
            </a:r>
          </a:p>
          <a:p>
            <a:r>
              <a:rPr dirty="0"/>
              <a:t>(3.3V)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9173" y="2194768"/>
            <a:ext cx="267092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ESP32-C3</a:t>
            </a:r>
            <a:r>
              <a:rPr lang="en-US" dirty="0"/>
              <a:t> </a:t>
            </a:r>
            <a:r>
              <a:rPr dirty="0"/>
              <a:t>Microcontroller</a:t>
            </a:r>
            <a:endParaRPr lang="en-US" dirty="0"/>
          </a:p>
          <a:p>
            <a:r>
              <a:rPr lang="en-US" dirty="0"/>
              <a:t> GPIO - I2C - ADC - PWM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88720" y="3137006"/>
            <a:ext cx="156382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ADXL345</a:t>
            </a:r>
          </a:p>
          <a:p>
            <a:r>
              <a:rPr dirty="0"/>
              <a:t>Accelerometer</a:t>
            </a:r>
            <a:endParaRPr lang="en-US" dirty="0"/>
          </a:p>
          <a:p>
            <a:r>
              <a:rPr lang="en-US" dirty="0"/>
              <a:t>    (Sensor)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474720" y="3274489"/>
            <a:ext cx="14130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OLED Display</a:t>
            </a:r>
            <a:endParaRPr lang="en-US" dirty="0"/>
          </a:p>
          <a:p>
            <a:r>
              <a:rPr lang="en-US" dirty="0"/>
              <a:t>   (Output)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786012" y="3322482"/>
            <a:ext cx="149944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NeoPixel</a:t>
            </a:r>
            <a:r>
              <a:rPr dirty="0"/>
              <a:t> LEDs</a:t>
            </a:r>
            <a:endParaRPr lang="en-US" dirty="0"/>
          </a:p>
          <a:p>
            <a:r>
              <a:rPr lang="en-US" dirty="0"/>
              <a:t>    (Output)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444564" y="4209645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Rotary Encoder</a:t>
            </a:r>
          </a:p>
          <a:p>
            <a:r>
              <a:rPr dirty="0"/>
              <a:t>(Human Input)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0037" y="5557246"/>
            <a:ext cx="22812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Button / Power Switch</a:t>
            </a:r>
            <a:endParaRPr lang="en-US" dirty="0"/>
          </a:p>
          <a:p>
            <a:r>
              <a:rPr lang="en-US" dirty="0"/>
              <a:t>       (Human Input)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656289" y="6336431"/>
            <a:ext cx="17658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Speaker</a:t>
            </a:r>
            <a:r>
              <a:rPr lang="en-US" dirty="0"/>
              <a:t> (output)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174F34-40DF-7ACC-C4EF-347564003B7B}"/>
              </a:ext>
            </a:extLst>
          </p:cNvPr>
          <p:cNvSpPr/>
          <p:nvPr/>
        </p:nvSpPr>
        <p:spPr>
          <a:xfrm>
            <a:off x="5649824" y="3044758"/>
            <a:ext cx="1762652" cy="1015578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9F174F-A74D-AEA2-DCAC-2D1CC734AC87}"/>
              </a:ext>
            </a:extLst>
          </p:cNvPr>
          <p:cNvSpPr/>
          <p:nvPr/>
        </p:nvSpPr>
        <p:spPr>
          <a:xfrm>
            <a:off x="3310322" y="3044593"/>
            <a:ext cx="1762652" cy="91537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46EF1C-8DEF-D298-2176-654541649AE3}"/>
              </a:ext>
            </a:extLst>
          </p:cNvPr>
          <p:cNvSpPr/>
          <p:nvPr/>
        </p:nvSpPr>
        <p:spPr>
          <a:xfrm>
            <a:off x="894735" y="2997010"/>
            <a:ext cx="1898075" cy="114843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2ECF1F6-180A-3502-0797-833BBD21C7F4}"/>
              </a:ext>
            </a:extLst>
          </p:cNvPr>
          <p:cNvSpPr/>
          <p:nvPr/>
        </p:nvSpPr>
        <p:spPr>
          <a:xfrm>
            <a:off x="3507794" y="26910"/>
            <a:ext cx="1762652" cy="91537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DC91E2-7ACE-6329-4C89-321FFDD3318E}"/>
              </a:ext>
            </a:extLst>
          </p:cNvPr>
          <p:cNvSpPr/>
          <p:nvPr/>
        </p:nvSpPr>
        <p:spPr>
          <a:xfrm>
            <a:off x="3501957" y="1079283"/>
            <a:ext cx="1762652" cy="91537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6845FC-D4B3-E165-D34E-A6F76B8AFB29}"/>
              </a:ext>
            </a:extLst>
          </p:cNvPr>
          <p:cNvSpPr/>
          <p:nvPr/>
        </p:nvSpPr>
        <p:spPr>
          <a:xfrm>
            <a:off x="2792810" y="2091605"/>
            <a:ext cx="2937287" cy="86300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0A622B-B936-7A93-992C-51005D56D2F5}"/>
              </a:ext>
            </a:extLst>
          </p:cNvPr>
          <p:cNvSpPr/>
          <p:nvPr/>
        </p:nvSpPr>
        <p:spPr>
          <a:xfrm>
            <a:off x="3357989" y="4040383"/>
            <a:ext cx="1714985" cy="82296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AFD476-EC42-2755-4E31-A8FBE2DC2F0C}"/>
              </a:ext>
            </a:extLst>
          </p:cNvPr>
          <p:cNvSpPr/>
          <p:nvPr/>
        </p:nvSpPr>
        <p:spPr>
          <a:xfrm>
            <a:off x="2972771" y="5275697"/>
            <a:ext cx="2428997" cy="91537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89B1D9-D235-4563-4A8D-4E3CB7BF1F72}"/>
              </a:ext>
            </a:extLst>
          </p:cNvPr>
          <p:cNvSpPr/>
          <p:nvPr/>
        </p:nvSpPr>
        <p:spPr>
          <a:xfrm>
            <a:off x="3246120" y="6336431"/>
            <a:ext cx="2403704" cy="448126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F903FD-874A-8A26-2837-69DEBB6E0FE1}"/>
              </a:ext>
            </a:extLst>
          </p:cNvPr>
          <p:cNvCxnSpPr>
            <a:stCxn id="14" idx="4"/>
            <a:endCxn id="15" idx="0"/>
          </p:cNvCxnSpPr>
          <p:nvPr/>
        </p:nvCxnSpPr>
        <p:spPr>
          <a:xfrm flipH="1">
            <a:off x="4383283" y="942283"/>
            <a:ext cx="5837" cy="13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F8CA0B-8851-2861-0CB6-357AFAA2614E}"/>
              </a:ext>
            </a:extLst>
          </p:cNvPr>
          <p:cNvCxnSpPr/>
          <p:nvPr/>
        </p:nvCxnSpPr>
        <p:spPr>
          <a:xfrm flipH="1">
            <a:off x="4377446" y="1969801"/>
            <a:ext cx="5837" cy="13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439FD52-3BBC-6AB7-6B73-FD4538408314}"/>
              </a:ext>
            </a:extLst>
          </p:cNvPr>
          <p:cNvCxnSpPr>
            <a:cxnSpLocks/>
          </p:cNvCxnSpPr>
          <p:nvPr/>
        </p:nvCxnSpPr>
        <p:spPr>
          <a:xfrm>
            <a:off x="5309639" y="2713407"/>
            <a:ext cx="776529" cy="584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5BF577-7482-1514-4D8C-E601E5D5B6FE}"/>
              </a:ext>
            </a:extLst>
          </p:cNvPr>
          <p:cNvCxnSpPr/>
          <p:nvPr/>
        </p:nvCxnSpPr>
        <p:spPr>
          <a:xfrm flipH="1">
            <a:off x="4371609" y="2913182"/>
            <a:ext cx="5837" cy="13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68B1389-4379-62F6-0F27-C6A148BD6F9D}"/>
              </a:ext>
            </a:extLst>
          </p:cNvPr>
          <p:cNvCxnSpPr>
            <a:cxnSpLocks/>
            <a:endCxn id="13" idx="7"/>
          </p:cNvCxnSpPr>
          <p:nvPr/>
        </p:nvCxnSpPr>
        <p:spPr>
          <a:xfrm flipH="1">
            <a:off x="2514843" y="2688939"/>
            <a:ext cx="954526" cy="476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0B36DEE-1E5E-09B7-F9F1-066F989EA5ED}"/>
              </a:ext>
            </a:extLst>
          </p:cNvPr>
          <p:cNvCxnSpPr>
            <a:cxnSpLocks/>
          </p:cNvCxnSpPr>
          <p:nvPr/>
        </p:nvCxnSpPr>
        <p:spPr>
          <a:xfrm>
            <a:off x="2397942" y="3856692"/>
            <a:ext cx="1046622" cy="484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DA706F-13BE-0512-B415-1CD1F2B19900}"/>
              </a:ext>
            </a:extLst>
          </p:cNvPr>
          <p:cNvCxnSpPr/>
          <p:nvPr/>
        </p:nvCxnSpPr>
        <p:spPr>
          <a:xfrm flipH="1">
            <a:off x="4193660" y="3946369"/>
            <a:ext cx="5837" cy="13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647FF0-E659-BA47-63C4-9519D3BBCFDF}"/>
              </a:ext>
            </a:extLst>
          </p:cNvPr>
          <p:cNvCxnSpPr>
            <a:cxnSpLocks/>
          </p:cNvCxnSpPr>
          <p:nvPr/>
        </p:nvCxnSpPr>
        <p:spPr>
          <a:xfrm flipH="1">
            <a:off x="5098266" y="3894926"/>
            <a:ext cx="1005557" cy="500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2891B5-E300-8C25-9549-A1940A41A213}"/>
              </a:ext>
            </a:extLst>
          </p:cNvPr>
          <p:cNvCxnSpPr/>
          <p:nvPr/>
        </p:nvCxnSpPr>
        <p:spPr>
          <a:xfrm flipH="1">
            <a:off x="4199497" y="4901963"/>
            <a:ext cx="5837" cy="13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3F1C3C7-FB0E-B5A5-F5CC-05B1738D96A5}"/>
              </a:ext>
            </a:extLst>
          </p:cNvPr>
          <p:cNvCxnSpPr/>
          <p:nvPr/>
        </p:nvCxnSpPr>
        <p:spPr>
          <a:xfrm flipH="1">
            <a:off x="4115771" y="6208589"/>
            <a:ext cx="5837" cy="13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99BD8A3-0FC4-3488-E97A-9C0CB6C780D8}"/>
              </a:ext>
            </a:extLst>
          </p:cNvPr>
          <p:cNvSpPr txBox="1"/>
          <p:nvPr/>
        </p:nvSpPr>
        <p:spPr>
          <a:xfrm>
            <a:off x="3246120" y="49000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ADXL Motion (Human Input)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BCAA612-8D8D-6A39-9155-721FA0F4C825}"/>
              </a:ext>
            </a:extLst>
          </p:cNvPr>
          <p:cNvSpPr/>
          <p:nvPr/>
        </p:nvSpPr>
        <p:spPr>
          <a:xfrm>
            <a:off x="3059346" y="4817134"/>
            <a:ext cx="3044477" cy="59475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BABA57-83F7-E3AB-EF0F-18A8F13A944C}"/>
              </a:ext>
            </a:extLst>
          </p:cNvPr>
          <p:cNvCxnSpPr/>
          <p:nvPr/>
        </p:nvCxnSpPr>
        <p:spPr>
          <a:xfrm flipH="1">
            <a:off x="4172700" y="5274150"/>
            <a:ext cx="5837" cy="13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63</Words>
  <Application>Microsoft Office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Coleman Bryant</dc:creator>
  <cp:keywords/>
  <dc:description>generated using python-pptx</dc:description>
  <cp:lastModifiedBy>Coleman Bryant</cp:lastModifiedBy>
  <cp:revision>2</cp:revision>
  <dcterms:created xsi:type="dcterms:W3CDTF">2013-01-27T09:14:16Z</dcterms:created>
  <dcterms:modified xsi:type="dcterms:W3CDTF">2025-12-04T07:25:07Z</dcterms:modified>
  <cp:category/>
</cp:coreProperties>
</file>